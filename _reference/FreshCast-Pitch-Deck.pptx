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FreshCast - AI Food Waste Fore</c:v>
                </c:pt>
              </c:strCache>
            </c:strRef>
          </c:tx>
          <c:spPr>
            <a:solidFill>
              <a:srgbClr val="6C5CE7"/>
            </a:solidFill>
          </c:spPr>
          <c:cat>
            <c:strRef>
              <c:f>Sheet1!$A$2:$A$5</c:f>
              <c:strCache>
                <c:ptCount val="4"/>
                <c:pt idx="0">
                  <c:v>Demo</c:v>
                </c:pt>
                <c:pt idx="1">
                  <c:v>Results</c:v>
                </c:pt>
                <c:pt idx="2">
                  <c:v>Market</c:v>
                </c:pt>
                <c:pt idx="3">
                  <c:v>Story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45.0</c:v>
                </c:pt>
                <c:pt idx="1">
                  <c:v>1800.0</c:v>
                </c:pt>
                <c:pt idx="2">
                  <c:v>500000.0</c:v>
                </c:pt>
                <c:pt idx="3">
                  <c:v>76.0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Company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Our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significance of this metric for FreshCast - AI Food Waste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visual and connect it to FreshCast - AI Food Waste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each KPI and highlight trends relevant to FreshCast - AI Food Waste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describe each icon and its relevance to FreshCast - AI Food Waste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data point and highlight key trends in FreshCast - AI Food Waste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3800" b="1">
                <a:solidFill>
                  <a:srgbClr val="6C5CE7"/>
                </a:solidFill>
                <a:latin typeface="Aptos Display"/>
              </a:rPr>
              <a:t>Company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18288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Technology: 9 automatic signals including weather, nearby events, day of week, reservation count, and personal learning per restaurant</a:t>
            </a:r>
          </a:p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Demo: Marco Trattoria Boston, 45 covers tomorrow, predicted waste reduced from 84 dollars to 31 dollars</a:t>
            </a:r>
          </a:p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Results: Reduces monthly waste from 1800 dollars to 340 dollars, saving 17520 dollars annually at 49 dollars per 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45775" cy="1828800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Market: 500000 independent US restaurants at 49 dollars per month equals 29 million ARR at 1 percent penetration</a:t>
            </a:r>
          </a:p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Story: I worked at a small cafe and watched food...</a:t>
            </a:r>
          </a:p>
          <a:p>
            <a:pPr>
              <a:lnSpc>
                <a:spcPct val="130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Problem: Restaurants lose 162 billion dollars per year to food waste with only 3-5 percent profit margins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783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36E72"/>
                </a:solidFill>
                <a:latin typeface="Aptos"/>
              </a:rPr>
              <a:t>Solution: FreshCast is software-only with no hardware and 5 minute setup, proactively predicts waste before it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23317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008081"/>
                </a:solidFill>
                <a:latin typeface="Aptos Display"/>
              </a:rPr>
              <a:t>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36E72"/>
                </a:solidFill>
                <a:latin typeface="Aptos"/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4617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36E72"/>
                </a:solidFill>
                <a:latin typeface="Aptos"/>
              </a:rPr>
              <a:t>Demonstrates strong momentum in FreshCast - AI Food Waste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Product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539858" cy="452628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0018" y="1645920"/>
            <a:ext cx="5548716" cy="1810512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30000"/>
              </a:lnSpc>
            </a:pPr>
            <a:r>
              <a:rPr sz="1600">
                <a:solidFill>
                  <a:srgbClr val="2D3436"/>
                </a:solidFill>
                <a:latin typeface="Aptos"/>
              </a:rPr>
              <a:t>Problem: Restaurants lose 162 billion dollars per year to food waste with only 3-5 percent profit margins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0018" y="3456432"/>
            <a:ext cx="5548716" cy="2715768"/>
          </a:xfrm>
          <a:prstGeom prst="rect">
            <a:avLst/>
          </a:prstGeom>
          <a:noFill/>
        </p:spPr>
        <p:txBody>
          <a:bodyPr wrap="square" lIns="228600" rIns="228600" tIns="228600" bIns="22860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Aptos"/>
              </a:rPr>
              <a:t>Gap: All competitors like Winnow and Leanpath require expensive hardware costing thousands of dollars, locking out 500000 independent restaurants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396413" cy="2286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03065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8081"/>
                </a:solidFill>
                <a:latin typeface="Aptos Display"/>
              </a:rPr>
              <a:t>5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03065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36E72"/>
                </a:solidFill>
                <a:latin typeface="Aptos"/>
              </a:rPr>
              <a:t>Solution: FreshCast is software-only with no hardware and i…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9413" y="1645920"/>
            <a:ext cx="2396413" cy="2286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2293" y="1828800"/>
            <a:ext cx="203065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8081"/>
                </a:solidFill>
                <a:latin typeface="Aptos Display"/>
              </a:rPr>
              <a:t>TBD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2293" y="2788920"/>
            <a:ext cx="203065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36E72"/>
                </a:solidFill>
                <a:latin typeface="Aptos"/>
              </a:rPr>
              <a:t>Problem: Restaurants lose 162 billion dollars per year to f…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645920"/>
            <a:ext cx="2396413" cy="2286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747" y="1828800"/>
            <a:ext cx="203065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8081"/>
                </a:solidFill>
                <a:latin typeface="Aptos Display"/>
              </a:rPr>
              <a:t>TBD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788920"/>
            <a:ext cx="203065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36E72"/>
                </a:solidFill>
                <a:latin typeface="Aptos"/>
              </a:rPr>
              <a:t>Gap: All competitors like Winnow and Leanpath require expen…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2321" y="1645920"/>
            <a:ext cx="2396413" cy="2286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E0E0E0"/>
            </a:solidFill>
          </a:ln>
          <a:effectLst>
            <a:outerShdw blurRad="25400" dist="19050" dir="18900000" algn="b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5201" y="1828800"/>
            <a:ext cx="203065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8081"/>
                </a:solidFill>
                <a:latin typeface="Aptos Display"/>
              </a:rPr>
              <a:t>TBD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5201" y="2788920"/>
            <a:ext cx="2030653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36E72"/>
                </a:solidFill>
                <a:latin typeface="Aptos"/>
              </a:rPr>
              <a:t>Technology: 9 automatic signals including weather, nearby 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Why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963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Problem: Restaurants lose 162 billion dollars per year to food waste with only 3-5 percent profit m…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278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9413" y="16459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9413" y="24963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Gap: All competitors like Winnow and Leanpath require expensive hardware costing thousands of dolla…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9413" y="30278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16459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4963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Solution: FreshCast is software-only with no hardware and 5 minute setup, proactively predicts wast…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30278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321" y="16459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2321" y="24963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Technology: 9 automatic signals including weather, nearby events, day of week, reservation count, 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2321" y="30278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66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Demo: Marco Trattoria Boston, 45 covers tomorrow, predicted waste reduced from 84 dollars to 31 dol…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281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9413" y="4046220"/>
            <a:ext cx="2396413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/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9413" y="4896612"/>
            <a:ext cx="2396413" cy="53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436"/>
                </a:solidFill>
                <a:latin typeface="Aptos Display"/>
              </a:rPr>
              <a:t>Results: Reduces monthly waste from 1800 dollars to 340 dollars, saving 17520 dollars annually at 4…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9413" y="5428107"/>
            <a:ext cx="2396413" cy="7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>
                <a:solidFill>
                  <a:srgbClr val="636E72"/>
                </a:solidFill>
                <a:latin typeface="Aptos"/>
              </a:rPr>
              <a:t>Key aspect of FreshCast - AI Food Waste Forecasting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6C5CE7"/>
                </a:solidFill>
                <a:latin typeface="Aptos Display"/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371600" cy="36576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828800"/>
          <a:ext cx="91440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008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C5CE7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FreshCast - AI Food Waste Forecasting</dc:title>
  <dc:subject>FreshCast - AI Food Waste Forecasting</dc:subject>
  <dc:creator>Daniel Ibraev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